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4" d="100"/>
          <a:sy n="84" d="100"/>
        </p:scale>
        <p:origin x="65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0D5B07-4180-9307-15F0-68ED1B1D42E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37822E0-485A-D039-A6E3-4800145D3D0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1F4802-3EEB-E672-0A47-37324ADD7B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2B6F2D-E1F2-43E0-9723-22640C0E857C}" type="datetimeFigureOut">
              <a:rPr lang="en-IN" smtClean="0"/>
              <a:t>25-07-2026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7E46E9-A722-32B9-EFE7-9CB6DFAA10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7F1E9D-81C7-76BC-F1DC-2192769EAD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E85CB6-1E2C-43DE-AE73-1720350C991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778955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75C422-C612-7AD5-DC52-D4EBBF0FFA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4211DD-DD66-4AF7-A55E-6C22C4818A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E6AF80-67A4-99C1-7B18-1AF48689DE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2B6F2D-E1F2-43E0-9723-22640C0E857C}" type="datetimeFigureOut">
              <a:rPr lang="en-IN" smtClean="0"/>
              <a:t>25-07-2026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0FC48C-513F-E205-7EF6-AEA3EF8D3E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FE1174-E258-1B86-5F94-9CF611783D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E85CB6-1E2C-43DE-AE73-1720350C991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525295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2906BA-A55E-5201-90A3-3105D555C1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3143FC9-1937-DE3D-4905-53BBF658EE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9293B8-A15B-250A-A13C-0004ABC063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2B6F2D-E1F2-43E0-9723-22640C0E857C}" type="datetimeFigureOut">
              <a:rPr lang="en-IN" smtClean="0"/>
              <a:t>25-07-2026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9C0E44-0FFE-326B-8032-551E2784EC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4FE326-F2D7-7749-1904-E8B7226E70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E85CB6-1E2C-43DE-AE73-1720350C991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940422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E42D71-9B9F-2CE0-3C27-CF18B554F9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0F7FC0-2A77-EF07-C7A5-49449C4D8DD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0ED19F1-4A1B-F99E-983C-04DBD8B1698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E205D47-806B-7DC2-4C9B-7FF1676F78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2B6F2D-E1F2-43E0-9723-22640C0E857C}" type="datetimeFigureOut">
              <a:rPr lang="en-IN" smtClean="0"/>
              <a:t>25-07-2026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49D5B33-84AD-5F58-4CA4-A4D95B0160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FFCBC5F-C857-AD61-DD70-98F2E0EE7B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E85CB6-1E2C-43DE-AE73-1720350C991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377675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DD24DC-18C5-E4C6-88E1-985EA13A18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F18ADA-33ED-BD66-D414-92E5C2CE7B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E9766E2-C968-CF46-54C0-1AF7423600D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87987C7-C949-D036-D117-A3979C18475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02EA7E3-2B3E-8111-08FB-DC80E2F18F5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A382DC7-A8F5-E214-71BC-32DE386573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2B6F2D-E1F2-43E0-9723-22640C0E857C}" type="datetimeFigureOut">
              <a:rPr lang="en-IN" smtClean="0"/>
              <a:t>25-07-2026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4602C7A-EF58-7D8C-9492-627DFA4A05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ADECAA9-4281-CCD4-86F5-AA4119D53A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E85CB6-1E2C-43DE-AE73-1720350C991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159845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3A5270-FCD2-3197-69C4-1A76130B35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92879FF-5649-F01A-E589-568AE4BD53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2B6F2D-E1F2-43E0-9723-22640C0E857C}" type="datetimeFigureOut">
              <a:rPr lang="en-IN" smtClean="0"/>
              <a:t>25-07-2026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C03B3C2-D8C4-14A1-8BDD-BAC52C1ED0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1620B52-7EBB-D0E8-EBEF-2C54B7AF17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E85CB6-1E2C-43DE-AE73-1720350C991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828601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F50159C-8935-018B-E92A-C7B08ADD35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2B6F2D-E1F2-43E0-9723-22640C0E857C}" type="datetimeFigureOut">
              <a:rPr lang="en-IN" smtClean="0"/>
              <a:t>25-07-2026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86C048-9BE6-68FD-CC35-843C60DBB4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79312EE-68B5-13EB-3FBA-2FAAC97C66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E85CB6-1E2C-43DE-AE73-1720350C991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534306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015C82-2CC2-AEE0-5E27-34C6BBC989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EFCFDB-E767-0403-75FC-EE19C87CE0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FCC2A17-C326-5669-F26F-260407C3677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6F6B939-8037-5F35-B777-BEF908CE5C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2B6F2D-E1F2-43E0-9723-22640C0E857C}" type="datetimeFigureOut">
              <a:rPr lang="en-IN" smtClean="0"/>
              <a:t>25-07-2026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FF22449-9299-979E-7B6B-E0FFE8BC17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42E944E-FE66-890E-7EFD-8DD44D31D1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E85CB6-1E2C-43DE-AE73-1720350C991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473435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B7C271-FA74-21F2-B7B9-D60337261B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2A0EA1B-F76F-2516-7611-F09FD177F3A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A128D22-394C-8052-B306-FFD2B6CDD9A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A078A46-7BB6-80A1-ADD6-50B86FBB71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2B6F2D-E1F2-43E0-9723-22640C0E857C}" type="datetimeFigureOut">
              <a:rPr lang="en-IN" smtClean="0"/>
              <a:t>25-07-2026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700BBB9-6391-985D-D866-C381E1F4AE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FD1274D-14FF-5119-188A-07A501D3A3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E85CB6-1E2C-43DE-AE73-1720350C991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172707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AA2CBC-E360-0D5A-9A33-40A135DA51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F41DE1B-33D4-4EDC-B523-1F6608D5C04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F1A1AB-D733-38FE-6203-27689B449B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2B6F2D-E1F2-43E0-9723-22640C0E857C}" type="datetimeFigureOut">
              <a:rPr lang="en-IN" smtClean="0"/>
              <a:t>25-07-2026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EC9E00-BADE-FB9F-E1B2-AA408490FB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A5616D-9A41-3615-CD18-CC6A7D6908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E85CB6-1E2C-43DE-AE73-1720350C991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429708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22FD3D3-89C8-BF70-6195-F45C450D9DB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F8D1DB4-9E00-AF5C-1ECC-0CDE259B845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05660B-3DB5-F335-991F-8928B826FB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2B6F2D-E1F2-43E0-9723-22640C0E857C}" type="datetimeFigureOut">
              <a:rPr lang="en-IN" smtClean="0"/>
              <a:t>25-07-2026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F35C1F-3400-291D-CAD1-4363369329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015CA1-45A1-89D8-9134-312F0211FE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E85CB6-1E2C-43DE-AE73-1720350C991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565641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26E4493-1BDF-DF15-C77A-440B6EF4B1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F88405C-522F-5182-E964-D1AC5ADFEF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330325-1DA9-EB4B-EC7F-2C2E650C6E4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D2B6F2D-E1F2-43E0-9723-22640C0E857C}" type="datetimeFigureOut">
              <a:rPr lang="en-IN" smtClean="0"/>
              <a:t>25-07-2026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0724D2-C35C-CE9B-9F7D-8FCB51467FB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F15D21-B657-95CE-B1CE-73CCB44F507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3E85CB6-1E2C-43DE-AE73-1720350C991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113436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C7EE0990-EAE1-9392-1189-F8570E5915E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23416" y="2120710"/>
            <a:ext cx="9622536" cy="1655762"/>
          </a:xfrm>
        </p:spPr>
        <p:txBody>
          <a:bodyPr>
            <a:noAutofit/>
          </a:bodyPr>
          <a:lstStyle/>
          <a:p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Title 1: Navigation System Using Graph Data Structure for Shortest Route Finding</a:t>
            </a:r>
          </a:p>
          <a:p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Title 2: Banking System Using Hash Table for Instant Account Retrieval</a:t>
            </a:r>
          </a:p>
          <a:p>
            <a:endParaRPr lang="en-IN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Technical Presentation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CSA0302 </a:t>
            </a:r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Structures</a:t>
            </a: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084B3C2-0BEE-587E-C7EE-B52AF5A45F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730" y="34064"/>
            <a:ext cx="11762539" cy="129834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059B464-8DE0-85F4-C28C-ABFE1B777085}"/>
              </a:ext>
            </a:extLst>
          </p:cNvPr>
          <p:cNvSpPr txBox="1"/>
          <p:nvPr/>
        </p:nvSpPr>
        <p:spPr>
          <a:xfrm>
            <a:off x="1139952" y="5004893"/>
            <a:ext cx="278282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Presented By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Rieona J(192424268)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792134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2F0D73-3960-C36E-DCBA-1FAB2E9078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8724" y="365124"/>
            <a:ext cx="8814816" cy="768731"/>
          </a:xfrm>
        </p:spPr>
        <p:txBody>
          <a:bodyPr>
            <a:normAutofit/>
          </a:bodyPr>
          <a:lstStyle/>
          <a:p>
            <a:pPr algn="ctr"/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Navigation System Using Graph Data Structure for Shortest Route Finding</a:t>
            </a:r>
            <a:endParaRPr lang="en-IN" sz="2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F6661F-A5F0-2776-6B55-194DE11080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IN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Wingdings" panose="05000000000000000000" pitchFamily="2" charset="2"/>
              <a:buChar char="Ø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navigation system helps users find the best route between different cities or locations.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It stores information about city connections and road distances. 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 efficient data structure is required to calculate the shortest path quickly.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improves travel time and overall system performance.</a:t>
            </a:r>
          </a:p>
          <a:p>
            <a:pPr marL="0" indent="0" algn="just">
              <a:buNone/>
            </a:pPr>
            <a:endParaRPr lang="en-IN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Store city connections efficiently. 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Find the shortest route between two locations. 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Handle large road networks with minimum processing time.</a:t>
            </a:r>
            <a:endParaRPr lang="en-IN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6">
            <a:extLst>
              <a:ext uri="{FF2B5EF4-FFF2-40B4-BE49-F238E27FC236}">
                <a16:creationId xmlns:a16="http://schemas.microsoft.com/office/drawing/2014/main" id="{00CD658B-2B2E-BE72-1A3E-2CA5209C75C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7756" y="265968"/>
            <a:ext cx="1040968" cy="9670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58210B3-51EF-82C6-BCC5-9F2FEE7C68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93540" y="218205"/>
            <a:ext cx="1206932" cy="10625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188761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0FAE56-979A-B0E0-DB3F-0250E4D9EA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Graph (Non-Linear Data Structure)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Cities are represented as </a:t>
            </a: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nodes (vertices)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Roads are represented as </a:t>
            </a: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edges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Edge weights represent distance or travel time.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Supports shortest path algorithms such as </a:t>
            </a: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Dijkstra's Algorithm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buFont typeface="Wingdings" panose="05000000000000000000" pitchFamily="2" charset="2"/>
              <a:buChar char="Ø"/>
            </a:pP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Why Graph?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Represents real-world road networks naturally. 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Efficiently finds the shortest route. 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Easy to add new cities and roads. 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Scalable for large transportation networks.</a:t>
            </a: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6">
            <a:extLst>
              <a:ext uri="{FF2B5EF4-FFF2-40B4-BE49-F238E27FC236}">
                <a16:creationId xmlns:a16="http://schemas.microsoft.com/office/drawing/2014/main" id="{D97CC3FC-69EE-98E7-AC27-AA29558740A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7756" y="265968"/>
            <a:ext cx="1040968" cy="9670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855F679B-90B2-65E9-CA50-8D6DC3E4EE26}"/>
              </a:ext>
            </a:extLst>
          </p:cNvPr>
          <p:cNvSpPr txBox="1">
            <a:spLocks/>
          </p:cNvSpPr>
          <p:nvPr/>
        </p:nvSpPr>
        <p:spPr>
          <a:xfrm>
            <a:off x="1678724" y="365124"/>
            <a:ext cx="8814816" cy="76873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Navigation System Using Graph Data Structure for Shortest Route Finding</a:t>
            </a:r>
            <a:endParaRPr lang="en-IN" sz="200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A014FD4-0FCB-27CE-98A7-83ABE77AD22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93540" y="218205"/>
            <a:ext cx="1206932" cy="10625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124901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F285F5-1872-3F3C-4E7A-F4759A9423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  <a:p>
            <a:pPr marL="0" indent="0">
              <a:buNone/>
            </a:pP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Graph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the most suitable non-linear data structure for a navigation system. 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efficiently represents cities as nodes and roads as edges, making route management simple. 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Graphs support shortest path algorithms such as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Dijkstra's Algorithm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enabling fast and accurate route finding. 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Therefore, using a Graph improves navigation efficiency, scalability, and overall system performance. </a:t>
            </a:r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5" name="Picture 6">
            <a:extLst>
              <a:ext uri="{FF2B5EF4-FFF2-40B4-BE49-F238E27FC236}">
                <a16:creationId xmlns:a16="http://schemas.microsoft.com/office/drawing/2014/main" id="{6B0B4B7B-8F46-892B-D4D5-ECEEA9AE7A2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7756" y="265968"/>
            <a:ext cx="1040968" cy="9670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3D8331F5-90CF-2D4C-C793-572A0600079B}"/>
              </a:ext>
            </a:extLst>
          </p:cNvPr>
          <p:cNvSpPr txBox="1">
            <a:spLocks/>
          </p:cNvSpPr>
          <p:nvPr/>
        </p:nvSpPr>
        <p:spPr>
          <a:xfrm>
            <a:off x="1678724" y="365124"/>
            <a:ext cx="8814816" cy="76873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Navigation System Using Graph Data Structure for Shortest Route Finding</a:t>
            </a:r>
            <a:endParaRPr lang="en-IN" sz="200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7E0CF69-9B39-01CE-7292-3E958C9D875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93540" y="218205"/>
            <a:ext cx="1206932" cy="10625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957739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694B77-0A01-B4A5-E90F-390F7AC51B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banking system manages customer account information.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Customers expect instant access to their account details.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 efficient data structure is needed to retrieve records quickly.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Fast retrieval improves customer service and banking performance.</a:t>
            </a:r>
          </a:p>
          <a:p>
            <a:pPr marL="0" indent="0">
              <a:buNone/>
            </a:pP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Retrieve customer account details instantly using account numbers.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Handle a large number of customer records efficiently.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 search time and improve system performance.</a:t>
            </a:r>
          </a:p>
        </p:txBody>
      </p:sp>
      <p:pic>
        <p:nvPicPr>
          <p:cNvPr id="5" name="Picture 6">
            <a:extLst>
              <a:ext uri="{FF2B5EF4-FFF2-40B4-BE49-F238E27FC236}">
                <a16:creationId xmlns:a16="http://schemas.microsoft.com/office/drawing/2014/main" id="{22168953-24C5-7C8E-39D1-F062ED9792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7756" y="265968"/>
            <a:ext cx="1040968" cy="9670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76B7B78-2764-1F25-73F6-B496542FDB23}"/>
              </a:ext>
            </a:extLst>
          </p:cNvPr>
          <p:cNvSpPr txBox="1"/>
          <p:nvPr/>
        </p:nvSpPr>
        <p:spPr>
          <a:xfrm>
            <a:off x="1678724" y="534045"/>
            <a:ext cx="8529066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Banking System Using Hash Table for Instant Account Retrieval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6B607B0-543D-CD1F-2C5F-E20F92868D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93540" y="218205"/>
            <a:ext cx="1206932" cy="10625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588796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E37A7E-9091-CF4A-58EF-E2202DC7A0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Hash Table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Account number is used as the </a:t>
            </a: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Customer information is stored as the </a:t>
            </a: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value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direct and fast access to records. </a:t>
            </a:r>
          </a:p>
          <a:p>
            <a:pPr marL="0" indent="0">
              <a:buNone/>
            </a:pP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Why Hash Table?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Average search time is </a:t>
            </a: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O(1)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Provides instant account retrieval.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Efficient for managing millions of customer records.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Improves overall banking efficiency.</a:t>
            </a:r>
          </a:p>
        </p:txBody>
      </p:sp>
      <p:pic>
        <p:nvPicPr>
          <p:cNvPr id="5" name="Picture 6">
            <a:extLst>
              <a:ext uri="{FF2B5EF4-FFF2-40B4-BE49-F238E27FC236}">
                <a16:creationId xmlns:a16="http://schemas.microsoft.com/office/drawing/2014/main" id="{62BA8268-6FA5-54A7-424E-5343E14429A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7756" y="265968"/>
            <a:ext cx="1040968" cy="9670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6A92A0A-9537-8E51-1082-3160FD0D9BBF}"/>
              </a:ext>
            </a:extLst>
          </p:cNvPr>
          <p:cNvSpPr txBox="1"/>
          <p:nvPr/>
        </p:nvSpPr>
        <p:spPr>
          <a:xfrm>
            <a:off x="1831467" y="534045"/>
            <a:ext cx="8529066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Banking System Using Hash Table for Instant Account Retrieval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A294338-218A-B4FC-CAAB-EE8E071A1D7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93540" y="218205"/>
            <a:ext cx="1206932" cy="10625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641348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73BC90-DFC1-E6D9-85F0-26E609CFFB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  <a:p>
            <a:pPr marL="0" indent="0">
              <a:buNone/>
            </a:pPr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Hash Table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the most suitable data structure for a banking system. 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stores account numbers as unique keys, allowing direct access to customer records. 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With an average lookup time of </a:t>
            </a: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O(1)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it enables fast and efficient account retrieval. 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Therefore, using a Hash Table improves banking performance, reduces search time, and enhances customer service.</a:t>
            </a:r>
          </a:p>
        </p:txBody>
      </p:sp>
      <p:pic>
        <p:nvPicPr>
          <p:cNvPr id="5" name="Picture 6">
            <a:extLst>
              <a:ext uri="{FF2B5EF4-FFF2-40B4-BE49-F238E27FC236}">
                <a16:creationId xmlns:a16="http://schemas.microsoft.com/office/drawing/2014/main" id="{32102408-5C6E-2921-EC55-1212153C97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7756" y="265968"/>
            <a:ext cx="1040968" cy="9670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0FA0FD6-54CA-D6B8-1470-05FF120E373A}"/>
              </a:ext>
            </a:extLst>
          </p:cNvPr>
          <p:cNvSpPr txBox="1"/>
          <p:nvPr/>
        </p:nvSpPr>
        <p:spPr>
          <a:xfrm>
            <a:off x="1678724" y="534045"/>
            <a:ext cx="8529066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Banking System Using Hash Table for Instant Account Retrieval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040A461-FABB-3CCB-CD6E-36B5E277445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93540" y="218205"/>
            <a:ext cx="1206932" cy="10625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78128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489</Words>
  <Application>Microsoft Office PowerPoint</Application>
  <PresentationFormat>Widescreen</PresentationFormat>
  <Paragraphs>66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Aptos</vt:lpstr>
      <vt:lpstr>Aptos Display</vt:lpstr>
      <vt:lpstr>Arial</vt:lpstr>
      <vt:lpstr>Times New Roman</vt:lpstr>
      <vt:lpstr>Wingdings</vt:lpstr>
      <vt:lpstr>Office Theme</vt:lpstr>
      <vt:lpstr>PowerPoint Presentation</vt:lpstr>
      <vt:lpstr>Navigation System Using Graph Data Structure for Shortest Route Finding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Rieona J</dc:creator>
  <cp:lastModifiedBy>Rieona J</cp:lastModifiedBy>
  <cp:revision>1</cp:revision>
  <dcterms:created xsi:type="dcterms:W3CDTF">2026-07-25T05:30:09Z</dcterms:created>
  <dcterms:modified xsi:type="dcterms:W3CDTF">2026-07-25T05:30:39Z</dcterms:modified>
</cp:coreProperties>
</file>